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7" r:id="rId8"/>
    <p:sldId id="268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DDE2A2-3324-4A9F-A634-73CA74869916}" v="29" dt="2026-01-10T02:30:29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nmayee Jena" userId="54edef3ef4823882" providerId="LiveId" clId="{E0AA70D0-A35E-43B8-B0CD-0F0226FA911A}"/>
    <pc:docChg chg="undo custSel addSld delSld modSld">
      <pc:chgData name="Chinmayee Jena" userId="54edef3ef4823882" providerId="LiveId" clId="{E0AA70D0-A35E-43B8-B0CD-0F0226FA911A}" dt="2026-01-10T02:36:08.884" v="878" actId="113"/>
      <pc:docMkLst>
        <pc:docMk/>
      </pc:docMkLst>
      <pc:sldChg chg="addSp delSp modSp add mod">
        <pc:chgData name="Chinmayee Jena" userId="54edef3ef4823882" providerId="LiveId" clId="{E0AA70D0-A35E-43B8-B0CD-0F0226FA911A}" dt="2026-01-09T03:17:48.833" v="694" actId="20577"/>
        <pc:sldMkLst>
          <pc:docMk/>
          <pc:sldMk cId="3277885406" sldId="257"/>
        </pc:sldMkLst>
        <pc:spChg chg="mod">
          <ac:chgData name="Chinmayee Jena" userId="54edef3ef4823882" providerId="LiveId" clId="{E0AA70D0-A35E-43B8-B0CD-0F0226FA911A}" dt="2026-01-07T14:00:14.515" v="296" actId="14100"/>
          <ac:spMkLst>
            <pc:docMk/>
            <pc:sldMk cId="3277885406" sldId="257"/>
            <ac:spMk id="2" creationId="{B7013D9F-0C0B-0EE6-E5BA-AAC8FE0E1F53}"/>
          </ac:spMkLst>
        </pc:spChg>
        <pc:spChg chg="mod">
          <ac:chgData name="Chinmayee Jena" userId="54edef3ef4823882" providerId="LiveId" clId="{E0AA70D0-A35E-43B8-B0CD-0F0226FA911A}" dt="2026-01-09T03:17:48.833" v="694" actId="20577"/>
          <ac:spMkLst>
            <pc:docMk/>
            <pc:sldMk cId="3277885406" sldId="257"/>
            <ac:spMk id="3" creationId="{162711FB-5E78-F019-2DF4-ECBFE2EC68A3}"/>
          </ac:spMkLst>
        </pc:spChg>
        <pc:picChg chg="add mod">
          <ac:chgData name="Chinmayee Jena" userId="54edef3ef4823882" providerId="LiveId" clId="{E0AA70D0-A35E-43B8-B0CD-0F0226FA911A}" dt="2026-01-07T14:00:36.384" v="302" actId="14100"/>
          <ac:picMkLst>
            <pc:docMk/>
            <pc:sldMk cId="3277885406" sldId="257"/>
            <ac:picMk id="9" creationId="{E0C3A32C-F4B5-B255-2C83-96CE513D14F6}"/>
          </ac:picMkLst>
        </pc:picChg>
      </pc:sldChg>
      <pc:sldChg chg="addSp delSp modSp add mod">
        <pc:chgData name="Chinmayee Jena" userId="54edef3ef4823882" providerId="LiveId" clId="{E0AA70D0-A35E-43B8-B0CD-0F0226FA911A}" dt="2026-01-07T13:54:37.004" v="286" actId="14100"/>
        <pc:sldMkLst>
          <pc:docMk/>
          <pc:sldMk cId="2286479273" sldId="258"/>
        </pc:sldMkLst>
        <pc:spChg chg="mod">
          <ac:chgData name="Chinmayee Jena" userId="54edef3ef4823882" providerId="LiveId" clId="{E0AA70D0-A35E-43B8-B0CD-0F0226FA911A}" dt="2026-01-07T13:53:55.491" v="279" actId="255"/>
          <ac:spMkLst>
            <pc:docMk/>
            <pc:sldMk cId="2286479273" sldId="258"/>
            <ac:spMk id="2" creationId="{6B62CFD6-1787-E030-FAD5-378D2ECD4FC7}"/>
          </ac:spMkLst>
        </pc:spChg>
        <pc:spChg chg="add mod">
          <ac:chgData name="Chinmayee Jena" userId="54edef3ef4823882" providerId="LiveId" clId="{E0AA70D0-A35E-43B8-B0CD-0F0226FA911A}" dt="2026-01-07T13:40:38.423" v="215" actId="1076"/>
          <ac:spMkLst>
            <pc:docMk/>
            <pc:sldMk cId="2286479273" sldId="258"/>
            <ac:spMk id="4" creationId="{02ACEDF4-A672-9CC3-EC45-3C54848D3E32}"/>
          </ac:spMkLst>
        </pc:spChg>
        <pc:spChg chg="add mod">
          <ac:chgData name="Chinmayee Jena" userId="54edef3ef4823882" providerId="LiveId" clId="{E0AA70D0-A35E-43B8-B0CD-0F0226FA911A}" dt="2026-01-07T13:54:05.828" v="280" actId="1076"/>
          <ac:spMkLst>
            <pc:docMk/>
            <pc:sldMk cId="2286479273" sldId="258"/>
            <ac:spMk id="7" creationId="{F9F4FB6A-AF7F-E135-DC26-DCCFDA185EA8}"/>
          </ac:spMkLst>
        </pc:spChg>
        <pc:picChg chg="add mod">
          <ac:chgData name="Chinmayee Jena" userId="54edef3ef4823882" providerId="LiveId" clId="{E0AA70D0-A35E-43B8-B0CD-0F0226FA911A}" dt="2026-01-07T13:54:37.004" v="286" actId="14100"/>
          <ac:picMkLst>
            <pc:docMk/>
            <pc:sldMk cId="2286479273" sldId="258"/>
            <ac:picMk id="6" creationId="{E91FF473-1CEF-3860-86D9-34A5A658D566}"/>
          </ac:picMkLst>
        </pc:picChg>
      </pc:sldChg>
      <pc:sldChg chg="addSp delSp modSp add mod">
        <pc:chgData name="Chinmayee Jena" userId="54edef3ef4823882" providerId="LiveId" clId="{E0AA70D0-A35E-43B8-B0CD-0F0226FA911A}" dt="2026-01-09T13:48:57.676" v="780" actId="1076"/>
        <pc:sldMkLst>
          <pc:docMk/>
          <pc:sldMk cId="2713565003" sldId="259"/>
        </pc:sldMkLst>
        <pc:spChg chg="mod">
          <ac:chgData name="Chinmayee Jena" userId="54edef3ef4823882" providerId="LiveId" clId="{E0AA70D0-A35E-43B8-B0CD-0F0226FA911A}" dt="2026-01-07T14:48:53.875" v="646" actId="113"/>
          <ac:spMkLst>
            <pc:docMk/>
            <pc:sldMk cId="2713565003" sldId="259"/>
            <ac:spMk id="4" creationId="{A17119E2-2DC8-863A-C365-135D891A0028}"/>
          </ac:spMkLst>
        </pc:spChg>
        <pc:spChg chg="add mod">
          <ac:chgData name="Chinmayee Jena" userId="54edef3ef4823882" providerId="LiveId" clId="{E0AA70D0-A35E-43B8-B0CD-0F0226FA911A}" dt="2026-01-09T13:34:01.297" v="717" actId="14100"/>
          <ac:spMkLst>
            <pc:docMk/>
            <pc:sldMk cId="2713565003" sldId="259"/>
            <ac:spMk id="5" creationId="{E8D75439-362E-C4CA-BFDE-BE3CDE74CB77}"/>
          </ac:spMkLst>
        </pc:spChg>
        <pc:spChg chg="add mod">
          <ac:chgData name="Chinmayee Jena" userId="54edef3ef4823882" providerId="LiveId" clId="{E0AA70D0-A35E-43B8-B0CD-0F0226FA911A}" dt="2026-01-07T14:30:00.842" v="420" actId="14100"/>
          <ac:spMkLst>
            <pc:docMk/>
            <pc:sldMk cId="2713565003" sldId="259"/>
            <ac:spMk id="8" creationId="{2C297ECE-9045-1E87-F451-08C1BE109DBB}"/>
          </ac:spMkLst>
        </pc:spChg>
        <pc:spChg chg="add mod">
          <ac:chgData name="Chinmayee Jena" userId="54edef3ef4823882" providerId="LiveId" clId="{E0AA70D0-A35E-43B8-B0CD-0F0226FA911A}" dt="2026-01-09T13:39:03.789" v="727" actId="20577"/>
          <ac:spMkLst>
            <pc:docMk/>
            <pc:sldMk cId="2713565003" sldId="259"/>
            <ac:spMk id="9" creationId="{8DC770EA-3644-3171-9CCF-BB4D3C709600}"/>
          </ac:spMkLst>
        </pc:spChg>
        <pc:spChg chg="add mod">
          <ac:chgData name="Chinmayee Jena" userId="54edef3ef4823882" providerId="LiveId" clId="{E0AA70D0-A35E-43B8-B0CD-0F0226FA911A}" dt="2026-01-09T13:40:31.593" v="734" actId="113"/>
          <ac:spMkLst>
            <pc:docMk/>
            <pc:sldMk cId="2713565003" sldId="259"/>
            <ac:spMk id="11" creationId="{CC749810-471C-F6FB-888F-ED3661512298}"/>
          </ac:spMkLst>
        </pc:spChg>
        <pc:spChg chg="add del mod">
          <ac:chgData name="Chinmayee Jena" userId="54edef3ef4823882" providerId="LiveId" clId="{E0AA70D0-A35E-43B8-B0CD-0F0226FA911A}" dt="2026-01-09T13:43:12.534" v="738" actId="20577"/>
          <ac:spMkLst>
            <pc:docMk/>
            <pc:sldMk cId="2713565003" sldId="259"/>
            <ac:spMk id="12" creationId="{28ECAF86-607A-7778-5D1A-DAF4B5E67FB5}"/>
          </ac:spMkLst>
        </pc:spChg>
        <pc:spChg chg="add mod">
          <ac:chgData name="Chinmayee Jena" userId="54edef3ef4823882" providerId="LiveId" clId="{E0AA70D0-A35E-43B8-B0CD-0F0226FA911A}" dt="2026-01-09T13:48:57.676" v="780" actId="1076"/>
          <ac:spMkLst>
            <pc:docMk/>
            <pc:sldMk cId="2713565003" sldId="259"/>
            <ac:spMk id="16" creationId="{A3E03088-5943-38EA-D305-DDBEE10D4D90}"/>
          </ac:spMkLst>
        </pc:spChg>
      </pc:sldChg>
      <pc:sldChg chg="addSp delSp modSp add mod">
        <pc:chgData name="Chinmayee Jena" userId="54edef3ef4823882" providerId="LiveId" clId="{E0AA70D0-A35E-43B8-B0CD-0F0226FA911A}" dt="2026-01-07T15:00:37.977" v="684" actId="14100"/>
        <pc:sldMkLst>
          <pc:docMk/>
          <pc:sldMk cId="786957034" sldId="260"/>
        </pc:sldMkLst>
        <pc:picChg chg="add mod">
          <ac:chgData name="Chinmayee Jena" userId="54edef3ef4823882" providerId="LiveId" clId="{E0AA70D0-A35E-43B8-B0CD-0F0226FA911A}" dt="2026-01-07T15:00:37.977" v="684" actId="14100"/>
          <ac:picMkLst>
            <pc:docMk/>
            <pc:sldMk cId="786957034" sldId="260"/>
            <ac:picMk id="11" creationId="{04CFB664-11AC-BE8B-0F8E-2FCF571E42D6}"/>
          </ac:picMkLst>
        </pc:picChg>
      </pc:sldChg>
      <pc:sldChg chg="add">
        <pc:chgData name="Chinmayee Jena" userId="54edef3ef4823882" providerId="LiveId" clId="{E0AA70D0-A35E-43B8-B0CD-0F0226FA911A}" dt="2026-01-07T14:01:29.069" v="313"/>
        <pc:sldMkLst>
          <pc:docMk/>
          <pc:sldMk cId="1777659196" sldId="261"/>
        </pc:sldMkLst>
      </pc:sldChg>
      <pc:sldChg chg="addSp delSp modSp mod">
        <pc:chgData name="Chinmayee Jena" userId="54edef3ef4823882" providerId="LiveId" clId="{E0AA70D0-A35E-43B8-B0CD-0F0226FA911A}" dt="2026-01-10T02:36:08.884" v="878" actId="113"/>
        <pc:sldMkLst>
          <pc:docMk/>
          <pc:sldMk cId="3534307977" sldId="263"/>
        </pc:sldMkLst>
        <pc:spChg chg="mod">
          <ac:chgData name="Chinmayee Jena" userId="54edef3ef4823882" providerId="LiveId" clId="{E0AA70D0-A35E-43B8-B0CD-0F0226FA911A}" dt="2026-01-10T02:36:08.884" v="878" actId="113"/>
          <ac:spMkLst>
            <pc:docMk/>
            <pc:sldMk cId="3534307977" sldId="263"/>
            <ac:spMk id="2" creationId="{19875F99-9643-39C5-85CF-F316FE7E968A}"/>
          </ac:spMkLst>
        </pc:spChg>
        <pc:spChg chg="add">
          <ac:chgData name="Chinmayee Jena" userId="54edef3ef4823882" providerId="LiveId" clId="{E0AA70D0-A35E-43B8-B0CD-0F0226FA911A}" dt="2026-01-09T03:23:48.762" v="700"/>
          <ac:spMkLst>
            <pc:docMk/>
            <pc:sldMk cId="3534307977" sldId="263"/>
            <ac:spMk id="3" creationId="{9D976375-8698-3A12-49DC-B47EAE0DF994}"/>
          </ac:spMkLst>
        </pc:spChg>
        <pc:picChg chg="add del mod">
          <ac:chgData name="Chinmayee Jena" userId="54edef3ef4823882" providerId="LiveId" clId="{E0AA70D0-A35E-43B8-B0CD-0F0226FA911A}" dt="2026-01-09T13:55:12.448" v="789" actId="478"/>
          <ac:picMkLst>
            <pc:docMk/>
            <pc:sldMk cId="3534307977" sldId="263"/>
            <ac:picMk id="3" creationId="{180733B0-AF54-BF97-562A-38DA0FBABCA6}"/>
          </ac:picMkLst>
        </pc:picChg>
      </pc:sldChg>
      <pc:sldChg chg="addSp modSp mod">
        <pc:chgData name="Chinmayee Jena" userId="54edef3ef4823882" providerId="LiveId" clId="{E0AA70D0-A35E-43B8-B0CD-0F0226FA911A}" dt="2026-01-09T13:55:52.872" v="793" actId="14100"/>
        <pc:sldMkLst>
          <pc:docMk/>
          <pc:sldMk cId="607648242" sldId="264"/>
        </pc:sldMkLst>
        <pc:spChg chg="mod">
          <ac:chgData name="Chinmayee Jena" userId="54edef3ef4823882" providerId="LiveId" clId="{E0AA70D0-A35E-43B8-B0CD-0F0226FA911A}" dt="2026-01-09T13:55:30.061" v="791" actId="1076"/>
          <ac:spMkLst>
            <pc:docMk/>
            <pc:sldMk cId="607648242" sldId="264"/>
            <ac:spMk id="2" creationId="{BB957743-D0D8-B99C-3140-F7C68F1D683A}"/>
          </ac:spMkLst>
        </pc:spChg>
        <pc:picChg chg="add mod">
          <ac:chgData name="Chinmayee Jena" userId="54edef3ef4823882" providerId="LiveId" clId="{E0AA70D0-A35E-43B8-B0CD-0F0226FA911A}" dt="2026-01-09T13:55:52.872" v="793" actId="14100"/>
          <ac:picMkLst>
            <pc:docMk/>
            <pc:sldMk cId="607648242" sldId="264"/>
            <ac:picMk id="4" creationId="{067BA8A4-9FD9-B7E6-FF0F-150FEF538262}"/>
          </ac:picMkLst>
        </pc:picChg>
      </pc:sldChg>
      <pc:sldChg chg="addSp delSp modSp mod">
        <pc:chgData name="Chinmayee Jena" userId="54edef3ef4823882" providerId="LiveId" clId="{E0AA70D0-A35E-43B8-B0CD-0F0226FA911A}" dt="2026-01-10T02:34:31.324" v="876" actId="14100"/>
        <pc:sldMkLst>
          <pc:docMk/>
          <pc:sldMk cId="608277136" sldId="267"/>
        </pc:sldMkLst>
        <pc:picChg chg="add mod">
          <ac:chgData name="Chinmayee Jena" userId="54edef3ef4823882" providerId="LiveId" clId="{E0AA70D0-A35E-43B8-B0CD-0F0226FA911A}" dt="2026-01-10T02:34:31.324" v="876" actId="14100"/>
          <ac:picMkLst>
            <pc:docMk/>
            <pc:sldMk cId="608277136" sldId="267"/>
            <ac:picMk id="3" creationId="{C6A53C6B-2131-0293-15D6-3CC14870096C}"/>
          </ac:picMkLst>
        </pc:picChg>
        <pc:picChg chg="add del mod">
          <ac:chgData name="Chinmayee Jena" userId="54edef3ef4823882" providerId="LiveId" clId="{E0AA70D0-A35E-43B8-B0CD-0F0226FA911A}" dt="2026-01-10T02:28:06.629" v="817" actId="21"/>
          <ac:picMkLst>
            <pc:docMk/>
            <pc:sldMk cId="608277136" sldId="267"/>
            <ac:picMk id="5" creationId="{5C6AB2B5-72E3-5C13-321D-B8A0CA522112}"/>
          </ac:picMkLst>
        </pc:picChg>
        <pc:picChg chg="add del mod">
          <ac:chgData name="Chinmayee Jena" userId="54edef3ef4823882" providerId="LiveId" clId="{E0AA70D0-A35E-43B8-B0CD-0F0226FA911A}" dt="2026-01-10T02:30:25.248" v="837" actId="21"/>
          <ac:picMkLst>
            <pc:docMk/>
            <pc:sldMk cId="608277136" sldId="267"/>
            <ac:picMk id="7" creationId="{EBD9EBC8-4C2D-6C3A-0898-10A3B278998C}"/>
          </ac:picMkLst>
        </pc:picChg>
        <pc:picChg chg="add mod">
          <ac:chgData name="Chinmayee Jena" userId="54edef3ef4823882" providerId="LiveId" clId="{E0AA70D0-A35E-43B8-B0CD-0F0226FA911A}" dt="2026-01-10T02:34:27.766" v="875" actId="14100"/>
          <ac:picMkLst>
            <pc:docMk/>
            <pc:sldMk cId="608277136" sldId="267"/>
            <ac:picMk id="9" creationId="{8FCC2800-305D-0ABA-06CC-52F24DED1078}"/>
          </ac:picMkLst>
        </pc:picChg>
      </pc:sldChg>
      <pc:sldChg chg="addSp delSp modSp mod">
        <pc:chgData name="Chinmayee Jena" userId="54edef3ef4823882" providerId="LiveId" clId="{E0AA70D0-A35E-43B8-B0CD-0F0226FA911A}" dt="2026-01-10T02:34:47.131" v="877" actId="1076"/>
        <pc:sldMkLst>
          <pc:docMk/>
          <pc:sldMk cId="1242988105" sldId="268"/>
        </pc:sldMkLst>
        <pc:picChg chg="add mod">
          <ac:chgData name="Chinmayee Jena" userId="54edef3ef4823882" providerId="LiveId" clId="{E0AA70D0-A35E-43B8-B0CD-0F0226FA911A}" dt="2026-01-10T02:33:45.252" v="871" actId="14100"/>
          <ac:picMkLst>
            <pc:docMk/>
            <pc:sldMk cId="1242988105" sldId="268"/>
            <ac:picMk id="3" creationId="{226A6AF0-8AA6-2006-00C3-A5EA92AC80EE}"/>
          </ac:picMkLst>
        </pc:picChg>
        <pc:picChg chg="add del mod">
          <ac:chgData name="Chinmayee Jena" userId="54edef3ef4823882" providerId="LiveId" clId="{E0AA70D0-A35E-43B8-B0CD-0F0226FA911A}" dt="2026-01-10T02:28:12.211" v="818" actId="478"/>
          <ac:picMkLst>
            <pc:docMk/>
            <pc:sldMk cId="1242988105" sldId="268"/>
            <ac:picMk id="5" creationId="{1CDE3A55-2E70-999A-B65C-2F356140AA15}"/>
          </ac:picMkLst>
        </pc:picChg>
        <pc:picChg chg="add del mod">
          <ac:chgData name="Chinmayee Jena" userId="54edef3ef4823882" providerId="LiveId" clId="{E0AA70D0-A35E-43B8-B0CD-0F0226FA911A}" dt="2026-01-10T02:30:19.426" v="836" actId="478"/>
          <ac:picMkLst>
            <pc:docMk/>
            <pc:sldMk cId="1242988105" sldId="268"/>
            <ac:picMk id="7" creationId="{16903813-6FD6-77C0-94AA-03C321863843}"/>
          </ac:picMkLst>
        </pc:picChg>
        <pc:picChg chg="add mod">
          <ac:chgData name="Chinmayee Jena" userId="54edef3ef4823882" providerId="LiveId" clId="{E0AA70D0-A35E-43B8-B0CD-0F0226FA911A}" dt="2026-01-10T02:34:47.131" v="877" actId="1076"/>
          <ac:picMkLst>
            <pc:docMk/>
            <pc:sldMk cId="1242988105" sldId="268"/>
            <ac:picMk id="8" creationId="{5C6AB2B5-72E3-5C13-321D-B8A0CA522112}"/>
          </ac:picMkLst>
        </pc:picChg>
        <pc:picChg chg="add mod">
          <ac:chgData name="Chinmayee Jena" userId="54edef3ef4823882" providerId="LiveId" clId="{E0AA70D0-A35E-43B8-B0CD-0F0226FA911A}" dt="2026-01-10T02:33:21.480" v="866" actId="14100"/>
          <ac:picMkLst>
            <pc:docMk/>
            <pc:sldMk cId="1242988105" sldId="268"/>
            <ac:picMk id="9" creationId="{EBD9EBC8-4C2D-6C3A-0898-10A3B278998C}"/>
          </ac:picMkLst>
        </pc:picChg>
      </pc:sldChg>
      <pc:sldChg chg="addSp modSp add del mod">
        <pc:chgData name="Chinmayee Jena" userId="54edef3ef4823882" providerId="LiveId" clId="{E0AA70D0-A35E-43B8-B0CD-0F0226FA911A}" dt="2026-01-09T13:49:07.111" v="781" actId="47"/>
        <pc:sldMkLst>
          <pc:docMk/>
          <pc:sldMk cId="3617605165" sldId="269"/>
        </pc:sldMkLst>
        <pc:spChg chg="add mod">
          <ac:chgData name="Chinmayee Jena" userId="54edef3ef4823882" providerId="LiveId" clId="{E0AA70D0-A35E-43B8-B0CD-0F0226FA911A}" dt="2026-01-09T13:46:09.451" v="748" actId="255"/>
          <ac:spMkLst>
            <pc:docMk/>
            <pc:sldMk cId="3617605165" sldId="269"/>
            <ac:spMk id="2" creationId="{4E2AB423-E815-A99B-EC61-9D577EE66BA2}"/>
          </ac:spMkLst>
        </pc:spChg>
        <pc:spChg chg="add mod">
          <ac:chgData name="Chinmayee Jena" userId="54edef3ef4823882" providerId="LiveId" clId="{E0AA70D0-A35E-43B8-B0CD-0F0226FA911A}" dt="2026-01-09T13:48:48.880" v="779" actId="1076"/>
          <ac:spMkLst>
            <pc:docMk/>
            <pc:sldMk cId="3617605165" sldId="269"/>
            <ac:spMk id="3" creationId="{7A4A3806-FCD8-0DCA-6672-3883AF3FC71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809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504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82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41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699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388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896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4460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7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3120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6632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032187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53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483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06862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674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25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E8BFE33-0A93-4A34-A4F5-F94AAC3C234E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614D4-95F9-42DE-A39F-65C3BA1132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0828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AF7AB-8AD7-B288-C264-48FE5471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13D9F-0C0B-0EE6-E5BA-AAC8FE0E1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9344" y="217713"/>
            <a:ext cx="9590314" cy="990601"/>
          </a:xfrm>
        </p:spPr>
        <p:txBody>
          <a:bodyPr>
            <a:normAutofit/>
          </a:bodyPr>
          <a:lstStyle/>
          <a:p>
            <a:r>
              <a:rPr lang="en-IN" sz="5400" dirty="0"/>
              <a:t>   </a:t>
            </a:r>
            <a:r>
              <a:rPr lang="en-IN" sz="5400" b="1" dirty="0">
                <a:solidFill>
                  <a:schemeClr val="accent1"/>
                </a:solidFill>
              </a:rPr>
              <a:t>STOCK MARKET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711FB-5E78-F019-2DF4-ECBFE2EC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12086" y="5725887"/>
            <a:ext cx="2419555" cy="914400"/>
          </a:xfrm>
        </p:spPr>
        <p:txBody>
          <a:bodyPr/>
          <a:lstStyle/>
          <a:p>
            <a:r>
              <a:rPr lang="en-IN" i="1" dirty="0"/>
              <a:t>Presented by </a:t>
            </a:r>
          </a:p>
          <a:p>
            <a:r>
              <a:rPr lang="en-IN" i="1" dirty="0"/>
              <a:t>Chinmayee</a:t>
            </a:r>
          </a:p>
        </p:txBody>
      </p:sp>
      <p:pic>
        <p:nvPicPr>
          <p:cNvPr id="9" name="Picture 8" descr="A cartoon of people working on a stock exchange&#10;&#10;AI-generated content may be incorrect.">
            <a:extLst>
              <a:ext uri="{FF2B5EF4-FFF2-40B4-BE49-F238E27FC236}">
                <a16:creationId xmlns:a16="http://schemas.microsoft.com/office/drawing/2014/main" id="{E0C3A32C-F4B5-B255-2C83-96CE513D1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59" y="1915886"/>
            <a:ext cx="8112784" cy="4833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885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9BE70-B060-40CA-0092-5A9536390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2CFD6-1787-E030-FAD5-378D2ECD4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973" y="1469570"/>
            <a:ext cx="7652656" cy="305888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>
                <a:solidFill>
                  <a:schemeClr val="accent1"/>
                </a:solidFill>
              </a:rPr>
              <a:t>Objectives:</a:t>
            </a:r>
            <a:br>
              <a:rPr lang="en-US" sz="1800" dirty="0"/>
            </a:br>
            <a:r>
              <a:rPr lang="en-US" sz="1800" dirty="0"/>
              <a:t>To evaluate the performance and value of stocks and the overall market</a:t>
            </a:r>
            <a:br>
              <a:rPr lang="en-US" sz="1800" dirty="0"/>
            </a:br>
            <a:r>
              <a:rPr lang="en-US" sz="1800" dirty="0"/>
              <a:t>To identify investment opportunities and market trends</a:t>
            </a:r>
            <a:br>
              <a:rPr lang="en-US" sz="1800" dirty="0"/>
            </a:br>
            <a:r>
              <a:rPr lang="en-US" sz="1800" dirty="0"/>
              <a:t>To assess risk and support informed decision-making</a:t>
            </a:r>
            <a:br>
              <a:rPr lang="en-US" sz="1800" dirty="0"/>
            </a:br>
            <a:r>
              <a:rPr lang="en-US" sz="1800" dirty="0"/>
              <a:t>To forecast future price movements using data and indicators</a:t>
            </a:r>
            <a:br>
              <a:rPr lang="en-US" sz="2000" dirty="0"/>
            </a:br>
            <a:br>
              <a:rPr lang="en-US" sz="2000" dirty="0"/>
            </a:br>
            <a:br>
              <a:rPr lang="en-US" sz="1600" dirty="0"/>
            </a:b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CEDF4-A672-9CC3-EC45-3C54848D3E32}"/>
              </a:ext>
            </a:extLst>
          </p:cNvPr>
          <p:cNvSpPr txBox="1"/>
          <p:nvPr/>
        </p:nvSpPr>
        <p:spPr>
          <a:xfrm>
            <a:off x="315686" y="662501"/>
            <a:ext cx="7511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accent1"/>
                </a:solidFill>
              </a:rPr>
              <a:t>Project Summary :-</a:t>
            </a:r>
          </a:p>
        </p:txBody>
      </p:sp>
      <p:pic>
        <p:nvPicPr>
          <p:cNvPr id="6" name="Picture 5" descr="A person and person standing next to a stack of coins">
            <a:extLst>
              <a:ext uri="{FF2B5EF4-FFF2-40B4-BE49-F238E27FC236}">
                <a16:creationId xmlns:a16="http://schemas.microsoft.com/office/drawing/2014/main" id="{E91FF473-1CEF-3860-86D9-34A5A658D5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229" y="1469570"/>
            <a:ext cx="4593771" cy="48332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9F4FB6A-AF7F-E135-DC26-DCCFDA185EA8}"/>
              </a:ext>
            </a:extLst>
          </p:cNvPr>
          <p:cNvSpPr txBox="1"/>
          <p:nvPr/>
        </p:nvSpPr>
        <p:spPr>
          <a:xfrm>
            <a:off x="315686" y="4060370"/>
            <a:ext cx="690154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accent1"/>
                </a:solidFill>
              </a:rPr>
              <a:t>Impact: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/>
              <a:t>Helps investors make smarter buy, sell, or hold decisions</a:t>
            </a:r>
          </a:p>
          <a:p>
            <a:r>
              <a:rPr lang="en-US" dirty="0"/>
              <a:t>Reduces investment risk through better understanding of market behavior</a:t>
            </a:r>
          </a:p>
          <a:p>
            <a:r>
              <a:rPr lang="en-US" dirty="0"/>
              <a:t>Improves portfolio performance and long-term wealth creation</a:t>
            </a:r>
          </a:p>
          <a:p>
            <a:r>
              <a:rPr lang="en-US" dirty="0"/>
              <a:t>Enhances market efficiency by reflecting available information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6479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76553-301E-E429-BAF5-A383D1D7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7119E2-2DC8-863A-C365-135D891A0028}"/>
              </a:ext>
            </a:extLst>
          </p:cNvPr>
          <p:cNvSpPr txBox="1"/>
          <p:nvPr/>
        </p:nvSpPr>
        <p:spPr>
          <a:xfrm>
            <a:off x="315686" y="373207"/>
            <a:ext cx="18832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accent1"/>
                </a:solidFill>
              </a:rPr>
              <a:t>KPI LIST:-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8D75439-362E-C4CA-BFDE-BE3CDE74C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685" y="1247276"/>
            <a:ext cx="11778343" cy="90723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Total Market Capitalization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– Shows the overall size and value of the stock market, reflecting economic strength</a:t>
            </a:r>
            <a:br>
              <a:rPr lang="en-US" sz="1600" b="1" dirty="0">
                <a:solidFill>
                  <a:srgbClr val="FF0000"/>
                </a:solidFill>
                <a:latin typeface="Segoe UI Variable Display Semib" pitchFamily="2" charset="0"/>
              </a:rPr>
            </a:br>
            <a:endParaRPr lang="en-IN" sz="1600" dirty="0"/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2C297ECE-9045-1E87-F451-08C1BE109DBB}"/>
              </a:ext>
            </a:extLst>
          </p:cNvPr>
          <p:cNvSpPr txBox="1">
            <a:spLocks/>
          </p:cNvSpPr>
          <p:nvPr/>
        </p:nvSpPr>
        <p:spPr>
          <a:xfrm>
            <a:off x="315686" y="2154509"/>
            <a:ext cx="10417628" cy="90723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Trading Volume </a:t>
            </a:r>
            <a:r>
              <a:rPr lang="en-US" sz="1800" dirty="0"/>
              <a:t>-The total number of shares or securities traded in the market during a specific period.</a:t>
            </a:r>
            <a:br>
              <a:rPr lang="en-US" sz="1600" b="1" dirty="0">
                <a:solidFill>
                  <a:srgbClr val="FF0000"/>
                </a:solidFill>
                <a:latin typeface="Segoe UI Variable Display Semib" pitchFamily="2" charset="0"/>
              </a:rPr>
            </a:br>
            <a:endParaRPr lang="en-IN" sz="1600" dirty="0"/>
          </a:p>
        </p:txBody>
      </p:sp>
      <p:sp>
        <p:nvSpPr>
          <p:cNvPr id="9" name="Title 4">
            <a:extLst>
              <a:ext uri="{FF2B5EF4-FFF2-40B4-BE49-F238E27FC236}">
                <a16:creationId xmlns:a16="http://schemas.microsoft.com/office/drawing/2014/main" id="{8DC770EA-3644-3171-9CCF-BB4D3C709600}"/>
              </a:ext>
            </a:extLst>
          </p:cNvPr>
          <p:cNvSpPr txBox="1">
            <a:spLocks/>
          </p:cNvSpPr>
          <p:nvPr/>
        </p:nvSpPr>
        <p:spPr>
          <a:xfrm>
            <a:off x="315686" y="3061743"/>
            <a:ext cx="10417628" cy="10857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1"/>
                </a:solidFill>
              </a:rPr>
              <a:t>Portfolio % </a:t>
            </a:r>
            <a:r>
              <a:rPr lang="en-US" sz="1800" b="1" dirty="0"/>
              <a:t>-</a:t>
            </a:r>
            <a:r>
              <a:rPr lang="en-US" sz="1800" dirty="0"/>
              <a:t>The proportion of total investment allocated to a specific asset, sector, or market. It helps to manage risk by avoiding overexposure.</a:t>
            </a:r>
          </a:p>
          <a:p>
            <a:br>
              <a:rPr lang="en-US" sz="1600" b="1" dirty="0">
                <a:solidFill>
                  <a:srgbClr val="FF0000"/>
                </a:solidFill>
                <a:latin typeface="Segoe UI Variable Display Semib" pitchFamily="2" charset="0"/>
              </a:rPr>
            </a:br>
            <a:endParaRPr lang="en-IN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49810-471C-F6FB-888F-ED3661512298}"/>
              </a:ext>
            </a:extLst>
          </p:cNvPr>
          <p:cNvSpPr txBox="1"/>
          <p:nvPr/>
        </p:nvSpPr>
        <p:spPr>
          <a:xfrm>
            <a:off x="315685" y="3962790"/>
            <a:ext cx="11070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Dividend Yield –</a:t>
            </a:r>
            <a:r>
              <a:rPr lang="en-US" b="1" dirty="0"/>
              <a:t> </a:t>
            </a:r>
            <a:r>
              <a:rPr lang="en-US" dirty="0"/>
              <a:t>It is a financial ratio that shows how much dividend income a company pays each year relative to its current share price.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CAF86-607A-7778-5D1A-DAF4B5E67FB5}"/>
              </a:ext>
            </a:extLst>
          </p:cNvPr>
          <p:cNvSpPr txBox="1"/>
          <p:nvPr/>
        </p:nvSpPr>
        <p:spPr>
          <a:xfrm>
            <a:off x="315685" y="5010559"/>
            <a:ext cx="11070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1"/>
                </a:solidFill>
              </a:rPr>
              <a:t>Trade Win Ratio-</a:t>
            </a:r>
            <a:r>
              <a:rPr lang="en-US" dirty="0"/>
              <a:t>Measures the effectiveness of trading strategy, Indicates consistency in generating profits.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E03088-5943-38EA-D305-DDBEE10D4D90}"/>
              </a:ext>
            </a:extLst>
          </p:cNvPr>
          <p:cNvSpPr txBox="1"/>
          <p:nvPr/>
        </p:nvSpPr>
        <p:spPr>
          <a:xfrm>
            <a:off x="315685" y="5955737"/>
            <a:ext cx="11070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1"/>
                </a:solidFill>
              </a:rPr>
              <a:t>Sharpe Ratio-</a:t>
            </a:r>
            <a:r>
              <a:rPr lang="en-US" dirty="0"/>
              <a:t> The Sharpe Ratio measures the risk-adjusted return of an investment or portfolio by showing how much excess return is earned for each unit of risk taken.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565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F0844-F8E5-FBC9-2449-7912F3290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-up of a chart">
            <a:extLst>
              <a:ext uri="{FF2B5EF4-FFF2-40B4-BE49-F238E27FC236}">
                <a16:creationId xmlns:a16="http://schemas.microsoft.com/office/drawing/2014/main" id="{04CFB664-11AC-BE8B-0F8E-2FCF571E42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3" y="348344"/>
            <a:ext cx="11597026" cy="59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57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6DD12-63C1-6B9D-6DE8-6C7EDAC93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C82356E-2DF9-9BAC-5FE9-2419C6B17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86" y="228153"/>
            <a:ext cx="11841227" cy="646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659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3A17-8A9D-C2F8-1AAE-68FBE9E3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D48B2-B727-732C-3F5B-892CAC3E3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163287"/>
            <a:ext cx="12028714" cy="648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19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A0D4-D768-BC02-A055-F5BAB021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53C6B-2131-0293-15D6-3CC148700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3" y="4549889"/>
            <a:ext cx="9742714" cy="213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CC2800-305D-0ABA-06CC-52F24DED1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3" y="174511"/>
            <a:ext cx="9742714" cy="4179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277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0EA20-BD50-F07A-6521-1F528651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6A6AF0-8AA6-2006-00C3-A5EA92AC80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73" y="4733567"/>
            <a:ext cx="9520240" cy="19158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6AB2B5-72E3-5C13-321D-B8A0CA522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73" y="2471057"/>
            <a:ext cx="9520240" cy="20121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BD9EBC8-4C2D-6C3A-0898-10A3B27899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74" y="208548"/>
            <a:ext cx="9520240" cy="201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98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565E95-3B59-2575-6E85-F1830C88E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875F99-9643-39C5-85CF-F316FE7E968A}"/>
              </a:ext>
            </a:extLst>
          </p:cNvPr>
          <p:cNvSpPr txBox="1"/>
          <p:nvPr/>
        </p:nvSpPr>
        <p:spPr>
          <a:xfrm>
            <a:off x="598713" y="185057"/>
            <a:ext cx="9187544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KEY TAKEWAYS :-</a:t>
            </a: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market showed periods of high volatility, indicating increased uncertainty among investors.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Volatility varies significantly across stocks, indicating different risk profiles.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Increased trading volumes during volatile periods suggest panic buying/selling.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Investors shifted from high-risk growth stocks to stable, dividend-paying stocks.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Higher liquidity improved price discovery but also increased intraday volatility.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Low-volume stocks exhibited higher price inefficiencies.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opportunities exist in fundamentally strong stocks during corrections.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Volatility driven by macro and policy uncertainty.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Investor behaviour remains momentum-driven.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value opportunities emerge during corrections.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307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07873-3EC9-667B-55B6-EE0D1E5B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B957743-D0D8-B99C-3140-F7C68F1D683A}"/>
              </a:ext>
            </a:extLst>
          </p:cNvPr>
          <p:cNvSpPr txBox="1"/>
          <p:nvPr/>
        </p:nvSpPr>
        <p:spPr>
          <a:xfrm>
            <a:off x="2481942" y="1982450"/>
            <a:ext cx="85779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80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BA8A4-9FD9-B7E6-FF0F-150FEF5382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686" y="3581400"/>
            <a:ext cx="6542314" cy="327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482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1830</TotalTime>
  <Words>333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Century Gothic</vt:lpstr>
      <vt:lpstr>Segoe UI Variable Display Semib</vt:lpstr>
      <vt:lpstr>Wingdings</vt:lpstr>
      <vt:lpstr>Wingdings 3</vt:lpstr>
      <vt:lpstr>Ion</vt:lpstr>
      <vt:lpstr>   STOCK MARKET ANALYSIS</vt:lpstr>
      <vt:lpstr>Objectives: To evaluate the performance and value of stocks and the overall market To identify investment opportunities and market trends To assess risk and support informed decision-making To forecast future price movements using data and indicators   </vt:lpstr>
      <vt:lpstr>Total Market Capitalization – Shows the overall size and value of the stock market, reflecting economic strength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Chinmayee Jena</dc:creator>
  <cp:lastModifiedBy>Chinmayee Jena</cp:lastModifiedBy>
  <cp:revision>5</cp:revision>
  <dcterms:created xsi:type="dcterms:W3CDTF">2026-01-07T11:14:01Z</dcterms:created>
  <dcterms:modified xsi:type="dcterms:W3CDTF">2026-01-10T02:36:17Z</dcterms:modified>
</cp:coreProperties>
</file>